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AI-Based Three-Phase Voltage Unbalance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Severity classification for R, Y and B phase voltages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Internship Capstone Project</a:t>
            </a:r>
          </a:p>
          <a:p>
            <a:pPr>
              <a:spcAft>
                <a:spcPts val="1200"/>
              </a:spcAft>
              <a:defRPr sz="2100"/>
            </a:pPr>
            <a:r>
              <a:t>Python • Machine Learning • Electrical Measurements</a:t>
            </a:r>
          </a:p>
          <a:p>
            <a:pPr>
              <a:spcAft>
                <a:spcPts val="1200"/>
              </a:spcAft>
              <a:defRPr sz="2100"/>
            </a:pPr>
            <a:r>
              <a:t>Demonstration uses synthetic data; not a protection relay.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Detect unbalance from three-phase RMS voltage readings.</a:t>
            </a:r>
          </a:p>
          <a:p>
            <a:pPr>
              <a:spcAft>
                <a:spcPts val="1200"/>
              </a:spcAft>
              <a:defRPr sz="2100"/>
            </a:pPr>
            <a:r>
              <a:t>Calculate average voltage and a documented unbalance metric.</a:t>
            </a:r>
          </a:p>
          <a:p>
            <a:pPr>
              <a:spcAft>
                <a:spcPts val="1200"/>
              </a:spcAft>
              <a:defRPr sz="2100"/>
            </a:pPr>
            <a:r>
              <a:t>Classify Balanced, Mildly Unbalanced and Severely Unbalanced.</a:t>
            </a:r>
          </a:p>
          <a:p>
            <a:pPr>
              <a:spcAft>
                <a:spcPts val="1200"/>
              </a:spcAft>
              <a:defRPr sz="2100"/>
            </a:pPr>
            <a:r>
              <a:t>Compare two classifiers and demonstrate unseen readings.</a:t>
            </a:r>
          </a:p>
          <a:p>
            <a:pPr>
              <a:spcAft>
                <a:spcPts val="1200"/>
              </a:spcAft>
              <a:defRPr sz="2100"/>
            </a:pPr>
            <a:r>
              <a:t>Show new-reading predictions in a Streamlit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Proposed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1. Input: Vr, Vy, Vb voltage readings</a:t>
            </a:r>
          </a:p>
          <a:p>
            <a:pPr>
              <a:spcAft>
                <a:spcPts val="1200"/>
              </a:spcAft>
              <a:defRPr sz="2100"/>
            </a:pPr>
            <a:r>
              <a:t>2. Data cleaning and validation</a:t>
            </a:r>
          </a:p>
          <a:p>
            <a:pPr>
              <a:spcAft>
                <a:spcPts val="1200"/>
              </a:spcAft>
              <a:defRPr sz="2100"/>
            </a:pPr>
            <a:r>
              <a:t>3. Feature engineering: average voltage and VU%</a:t>
            </a:r>
          </a:p>
          <a:p>
            <a:pPr>
              <a:spcAft>
                <a:spcPts val="1200"/>
              </a:spcAft>
              <a:defRPr sz="2100"/>
            </a:pPr>
            <a:r>
              <a:t>4. Train Decision Tree and Random Forest</a:t>
            </a:r>
          </a:p>
          <a:p>
            <a:pPr>
              <a:spcAft>
                <a:spcPts val="1200"/>
              </a:spcAft>
              <a:defRPr sz="2100"/>
            </a:pPr>
            <a:r>
              <a:t>5. Evaluate metrics and save best model</a:t>
            </a:r>
          </a:p>
          <a:p>
            <a:pPr>
              <a:spcAft>
                <a:spcPts val="1200"/>
              </a:spcAft>
              <a:defRPr sz="2100"/>
            </a:pPr>
            <a:r>
              <a:t>6. Streamlit dashboard for new readings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Electrical Formula &amp;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Vavg = (VR + VY + VB) / 3</a:t>
            </a:r>
          </a:p>
          <a:p>
            <a:pPr>
              <a:spcAft>
                <a:spcPts val="1200"/>
              </a:spcAft>
              <a:defRPr sz="2100"/>
            </a:pPr>
            <a:r>
              <a:t>VU% = max(|VR−Vavg|, |VY−Vavg|, |VB−Vavg|) / |Vavg| × 100</a:t>
            </a:r>
          </a:p>
          <a:p>
            <a:pPr>
              <a:spcAft>
                <a:spcPts val="1200"/>
              </a:spcAft>
              <a:defRPr sz="2100"/>
            </a:pPr>
            <a:r>
              <a:t>Balanced: VU ≤ 1.0%</a:t>
            </a:r>
          </a:p>
          <a:p>
            <a:pPr>
              <a:spcAft>
                <a:spcPts val="1200"/>
              </a:spcAft>
              <a:defRPr sz="2100"/>
            </a:pPr>
            <a:r>
              <a:t>Mild: 1.0% &lt; VU ≤ 2.0%</a:t>
            </a:r>
          </a:p>
          <a:p>
            <a:pPr>
              <a:spcAft>
                <a:spcPts val="1200"/>
              </a:spcAft>
              <a:defRPr sz="2100"/>
            </a:pPr>
            <a:r>
              <a:t>Severe: VU &gt; 2.0%</a:t>
            </a:r>
          </a:p>
          <a:p>
            <a:pPr>
              <a:spcAft>
                <a:spcPts val="1200"/>
              </a:spcAft>
              <a:defRPr sz="2100"/>
            </a:pPr>
            <a:r>
              <a:t>Thresholds are illustrative and must be confirmed for real applications.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&amp;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Training dataset: 2,400 synthetic rows.</a:t>
            </a:r>
          </a:p>
          <a:p>
            <a:pPr>
              <a:spcAft>
                <a:spcPts val="1200"/>
              </a:spcAft>
              <a:defRPr sz="2100"/>
            </a:pPr>
            <a:r>
              <a:t>Separate unseen demonstration dataset: 300 synthetic rows.</a:t>
            </a:r>
          </a:p>
          <a:p>
            <a:pPr>
              <a:spcAft>
                <a:spcPts val="1200"/>
              </a:spcAft>
              <a:defRPr sz="2100"/>
            </a:pPr>
            <a:r>
              <a:t>80/20 stratified train/test split.</a:t>
            </a:r>
          </a:p>
          <a:p>
            <a:pPr>
              <a:spcAft>
                <a:spcPts val="1200"/>
              </a:spcAft>
              <a:defRPr sz="2100"/>
            </a:pPr>
            <a:r>
              <a:t>Models: Decision Tree and Random Forest.</a:t>
            </a:r>
          </a:p>
          <a:p>
            <a:pPr>
              <a:spcAft>
                <a:spcPts val="1200"/>
              </a:spcAft>
              <a:defRPr sz="2100"/>
            </a:pPr>
            <a:r>
              <a:t>Metrics: accuracy, weighted precision, recall, F1-score, confusion matrix.</a:t>
            </a:r>
          </a:p>
          <a:p>
            <a:pPr>
              <a:spcAft>
                <a:spcPts val="1200"/>
              </a:spcAft>
              <a:defRPr sz="2100"/>
            </a:pPr>
            <a:r>
              <a:t>Run train_model.py to generate the actual measured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Dashboard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Enter R, Y and B phase voltages.</a:t>
            </a:r>
          </a:p>
          <a:p>
            <a:pPr>
              <a:spcAft>
                <a:spcPts val="1200"/>
              </a:spcAft>
              <a:defRPr sz="2100"/>
            </a:pPr>
            <a:r>
              <a:t>View average voltage and unbalance percentage.</a:t>
            </a:r>
          </a:p>
          <a:p>
            <a:pPr>
              <a:spcAft>
                <a:spcPts val="1200"/>
              </a:spcAft>
              <a:defRPr sz="2100"/>
            </a:pPr>
            <a:r>
              <a:t>Compare AI prediction with threshold reference.</a:t>
            </a:r>
          </a:p>
          <a:p>
            <a:pPr>
              <a:spcAft>
                <a:spcPts val="1200"/>
              </a:spcAft>
              <a:defRPr sz="2100"/>
            </a:pPr>
            <a:r>
              <a:t>Open the unseen-data tab to test separate readings.</a:t>
            </a:r>
          </a:p>
          <a:p>
            <a:pPr>
              <a:spcAft>
                <a:spcPts val="1200"/>
              </a:spcAft>
              <a:defRPr sz="2100"/>
            </a:pPr>
            <a:r>
              <a:t>Example inputs: 230, 230, 230 V; then 230, 225, 218 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Limitations, Safety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Data are synthetic; results do not establish field accuracy.</a:t>
            </a:r>
          </a:p>
          <a:p>
            <a:pPr>
              <a:spcAft>
                <a:spcPts val="1200"/>
              </a:spcAft>
              <a:defRPr sz="2100"/>
            </a:pPr>
            <a:r>
              <a:t>Confirm the correct unbalance definition and thresholds with the applicable standard.</a:t>
            </a:r>
          </a:p>
          <a:p>
            <a:pPr>
              <a:spcAft>
                <a:spcPts val="1200"/>
              </a:spcAft>
              <a:defRPr sz="2100"/>
            </a:pPr>
            <a:r>
              <a:t>Use rated isolated sensing equipment and qualified supervision.</a:t>
            </a:r>
          </a:p>
          <a:p>
            <a:pPr>
              <a:spcAft>
                <a:spcPts val="1200"/>
              </a:spcAft>
              <a:defRPr sz="2100"/>
            </a:pPr>
            <a:r>
              <a:t>Never connect a PC or Arduino directly to mains voltage.</a:t>
            </a:r>
          </a:p>
          <a:p>
            <a:pPr>
              <a:spcAft>
                <a:spcPts val="1200"/>
              </a:spcAft>
              <a:defRPr sz="2100"/>
            </a:pPr>
            <a:r>
              <a:t>Future: real labelled data, sequence components, trend monitoring and validated alarms.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End-to-end prototype demonstrates data processing, engineering features, ML classification and visualization.</a:t>
            </a:r>
          </a:p>
          <a:p>
            <a:pPr>
              <a:spcAft>
                <a:spcPts val="1200"/>
              </a:spcAft>
              <a:defRPr sz="2100"/>
            </a:pPr>
            <a:r>
              <a:t>Useful as an internship learning/demo project.</a:t>
            </a:r>
          </a:p>
          <a:p>
            <a:pPr>
              <a:spcAft>
                <a:spcPts val="1200"/>
              </a:spcAft>
              <a:defRPr sz="2100"/>
            </a:pPr>
            <a:r>
              <a:t>Field deployment requires real measurements, validation and electrical safety review.</a:t>
            </a:r>
          </a:p>
          <a:p>
            <a:pPr>
              <a:spcAft>
                <a:spcPts val="1200"/>
              </a:spcAft>
              <a:defRPr sz="2100"/>
            </a:pPr>
            <a:r>
              <a:t>Thank you •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